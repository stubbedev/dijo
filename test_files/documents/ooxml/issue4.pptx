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9" r:id="rId1"/>
  </p:sldMasterIdLst>
  <p:notesMasterIdLst>
    <p:notesMasterId r:id="rId3"/>
  </p:notesMasterIdLst>
  <p:sldIdLst>
    <p:sldId id="348" r:id="rId2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7" roundtripDataSignature="AMtx7mjvrokWeIzFfdxB9Px1kE6OPPod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EE74B0B-C151-4449-B61F-872C446B9520}">
  <a:tblStyle styleId="{0EE74B0B-C151-4449-B61F-872C446B952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FF3E9"/>
          </a:solidFill>
        </a:fill>
      </a:tcStyle>
    </a:wholeTbl>
    <a:band1H>
      <a:tcTxStyle/>
      <a:tcStyle>
        <a:tcBdr/>
        <a:fill>
          <a:solidFill>
            <a:srgbClr val="DEE7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EE7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3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F8373D8-9374-4FA6-AABA-AD0153D4E0D4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80" d="100"/>
          <a:sy n="80" d="100"/>
        </p:scale>
        <p:origin x="824" y="2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0" d="100"/>
        <a:sy n="40" d="100"/>
      </p:scale>
      <p:origin x="0" y="-8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89" Type="http://schemas.openxmlformats.org/officeDocument/2006/relationships/viewProps" Target="viewProps.xml"/><Relationship Id="rId2" Type="http://schemas.openxmlformats.org/officeDocument/2006/relationships/slide" Target="slides/slide1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87" Type="http://customschemas.google.com/relationships/presentationmetadata" Target="metadata"/><Relationship Id="rId9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9B66D5-19CE-43C6-BA87-B9590C8EA918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AB423A35-5F4F-4759-9F9E-6281EF56B8AD}">
      <dgm:prSet phldrT="[文字]"/>
      <dgm:spPr>
        <a:solidFill>
          <a:srgbClr val="92D050"/>
        </a:solidFill>
      </dgm:spPr>
      <dgm:t>
        <a:bodyPr/>
        <a:lstStyle/>
        <a:p>
          <a:r>
            <a:rPr lang="es-ES" altLang="zh-TW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test1</a:t>
          </a:r>
          <a:endParaRPr lang="zh-TW" altLang="en-US" b="1" dirty="0">
            <a:solidFill>
              <a:schemeClr val="tx1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584E575D-45D4-41D3-95FF-B80F6C186BAE}" type="parTrans" cxnId="{22569F08-169E-4262-BAAF-95BEA3A01639}">
      <dgm:prSet/>
      <dgm:spPr/>
      <dgm:t>
        <a:bodyPr/>
        <a:lstStyle/>
        <a:p>
          <a:endParaRPr lang="zh-TW" altLang="en-US"/>
        </a:p>
      </dgm:t>
    </dgm:pt>
    <dgm:pt modelId="{9D7C6997-BAF4-4BF8-B59A-D3C718E3E8D5}" type="sibTrans" cxnId="{22569F08-169E-4262-BAAF-95BEA3A01639}">
      <dgm:prSet/>
      <dgm:spPr/>
      <dgm:t>
        <a:bodyPr/>
        <a:lstStyle/>
        <a:p>
          <a:endParaRPr lang="zh-TW" altLang="en-US"/>
        </a:p>
      </dgm:t>
    </dgm:pt>
    <dgm:pt modelId="{4E297717-3309-4E2F-B520-774F3080BEEC}">
      <dgm:prSet phldrT="[文字]"/>
      <dgm:spPr>
        <a:solidFill>
          <a:srgbClr val="92D050"/>
        </a:solidFill>
      </dgm:spPr>
      <dgm:t>
        <a:bodyPr/>
        <a:lstStyle/>
        <a:p>
          <a:r>
            <a:rPr lang="es-ES" altLang="zh-TW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test2</a:t>
          </a:r>
          <a:endParaRPr lang="zh-TW" altLang="en-US" b="1" dirty="0">
            <a:solidFill>
              <a:schemeClr val="tx1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57F37D81-FB8B-4E7D-B8ED-C212612CD784}" type="parTrans" cxnId="{47FC2563-5C76-44D4-BB1D-28C963455204}">
      <dgm:prSet/>
      <dgm:spPr/>
      <dgm:t>
        <a:bodyPr/>
        <a:lstStyle/>
        <a:p>
          <a:endParaRPr lang="zh-TW" altLang="en-US"/>
        </a:p>
      </dgm:t>
    </dgm:pt>
    <dgm:pt modelId="{833D6C29-B84A-4D01-A133-5366194016B3}" type="sibTrans" cxnId="{47FC2563-5C76-44D4-BB1D-28C963455204}">
      <dgm:prSet/>
      <dgm:spPr/>
      <dgm:t>
        <a:bodyPr/>
        <a:lstStyle/>
        <a:p>
          <a:endParaRPr lang="zh-TW" altLang="en-US"/>
        </a:p>
      </dgm:t>
    </dgm:pt>
    <dgm:pt modelId="{FE748E7B-4F02-4962-BD6B-5A80B0C11727}">
      <dgm:prSet phldrT="[文字]"/>
      <dgm:spPr>
        <a:solidFill>
          <a:srgbClr val="92D050"/>
        </a:solidFill>
      </dgm:spPr>
      <dgm:t>
        <a:bodyPr/>
        <a:lstStyle/>
        <a:p>
          <a:r>
            <a:rPr lang="es-ES" altLang="zh-TW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test3</a:t>
          </a:r>
          <a:endParaRPr lang="zh-TW" altLang="en-US" b="1" dirty="0">
            <a:solidFill>
              <a:schemeClr val="tx1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2B51F671-39C8-4D4F-A8BA-D7E9A5F4E6BC}" type="parTrans" cxnId="{153C79B6-EBCA-4679-B369-C95D9D9AC79E}">
      <dgm:prSet/>
      <dgm:spPr/>
      <dgm:t>
        <a:bodyPr/>
        <a:lstStyle/>
        <a:p>
          <a:endParaRPr lang="zh-TW" altLang="en-US"/>
        </a:p>
      </dgm:t>
    </dgm:pt>
    <dgm:pt modelId="{47BDDCF2-579C-4570-A46C-2DF29CBBDBF7}" type="sibTrans" cxnId="{153C79B6-EBCA-4679-B369-C95D9D9AC79E}">
      <dgm:prSet/>
      <dgm:spPr/>
      <dgm:t>
        <a:bodyPr/>
        <a:lstStyle/>
        <a:p>
          <a:endParaRPr lang="zh-TW" altLang="en-US"/>
        </a:p>
      </dgm:t>
    </dgm:pt>
    <dgm:pt modelId="{115E1C23-C0CA-4E76-9110-D1A44F1E68FD}">
      <dgm:prSet phldrT="[文字]"/>
      <dgm:spPr>
        <a:solidFill>
          <a:srgbClr val="92D050"/>
        </a:solidFill>
      </dgm:spPr>
      <dgm:t>
        <a:bodyPr/>
        <a:lstStyle/>
        <a:p>
          <a:r>
            <a:rPr lang="es-ES" altLang="zh-TW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test4</a:t>
          </a:r>
          <a:endParaRPr lang="zh-TW" altLang="en-US" b="1" dirty="0">
            <a:solidFill>
              <a:schemeClr val="tx1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AF642A66-AD10-4C94-B529-A555DF42C602}" type="parTrans" cxnId="{79113219-41CD-4169-856F-433716E4CD0E}">
      <dgm:prSet/>
      <dgm:spPr/>
      <dgm:t>
        <a:bodyPr/>
        <a:lstStyle/>
        <a:p>
          <a:endParaRPr lang="zh-TW" altLang="en-US"/>
        </a:p>
      </dgm:t>
    </dgm:pt>
    <dgm:pt modelId="{2762B341-7D9C-43D6-86D3-8D9E46424E7B}" type="sibTrans" cxnId="{79113219-41CD-4169-856F-433716E4CD0E}">
      <dgm:prSet/>
      <dgm:spPr/>
      <dgm:t>
        <a:bodyPr/>
        <a:lstStyle/>
        <a:p>
          <a:endParaRPr lang="zh-TW" altLang="en-US"/>
        </a:p>
      </dgm:t>
    </dgm:pt>
    <dgm:pt modelId="{3DC21C44-FC65-461F-8414-02E624E5ED7E}">
      <dgm:prSet phldrT="[文字]"/>
      <dgm:spPr>
        <a:solidFill>
          <a:srgbClr val="92D050"/>
        </a:solidFill>
      </dgm:spPr>
      <dgm:t>
        <a:bodyPr/>
        <a:lstStyle/>
        <a:p>
          <a:r>
            <a:rPr lang="es-ES" altLang="zh-TW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test5</a:t>
          </a:r>
          <a:endParaRPr lang="zh-TW" altLang="en-US" b="1" dirty="0">
            <a:solidFill>
              <a:schemeClr val="tx1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3359A218-329D-4FA6-814B-149A74718BC2}" type="parTrans" cxnId="{34C39CA2-B9BD-4F48-8FCE-22CC504FF3CF}">
      <dgm:prSet/>
      <dgm:spPr/>
      <dgm:t>
        <a:bodyPr/>
        <a:lstStyle/>
        <a:p>
          <a:endParaRPr lang="zh-TW" altLang="en-US"/>
        </a:p>
      </dgm:t>
    </dgm:pt>
    <dgm:pt modelId="{C8E4F0A5-B7BB-465B-BA94-16CC4AE3A11E}" type="sibTrans" cxnId="{34C39CA2-B9BD-4F48-8FCE-22CC504FF3CF}">
      <dgm:prSet/>
      <dgm:spPr/>
      <dgm:t>
        <a:bodyPr/>
        <a:lstStyle/>
        <a:p>
          <a:endParaRPr lang="zh-TW" altLang="en-US"/>
        </a:p>
      </dgm:t>
    </dgm:pt>
    <dgm:pt modelId="{89E1B151-A2B9-4758-A78E-BBAE94EEF763}" type="pres">
      <dgm:prSet presAssocID="{229B66D5-19CE-43C6-BA87-B9590C8EA91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6A9811D-AFDC-4CA0-A1D3-4564F8E64127}" type="pres">
      <dgm:prSet presAssocID="{AB423A35-5F4F-4759-9F9E-6281EF56B8AD}" presName="hierRoot1" presStyleCnt="0">
        <dgm:presLayoutVars>
          <dgm:hierBranch val="init"/>
        </dgm:presLayoutVars>
      </dgm:prSet>
      <dgm:spPr/>
    </dgm:pt>
    <dgm:pt modelId="{208F4940-14FA-4BDD-826B-F92EB3527669}" type="pres">
      <dgm:prSet presAssocID="{AB423A35-5F4F-4759-9F9E-6281EF56B8AD}" presName="rootComposite1" presStyleCnt="0"/>
      <dgm:spPr/>
    </dgm:pt>
    <dgm:pt modelId="{71EB8232-600E-49A1-B4C2-DD6FBB57B2D3}" type="pres">
      <dgm:prSet presAssocID="{AB423A35-5F4F-4759-9F9E-6281EF56B8AD}" presName="rootText1" presStyleLbl="node0" presStyleIdx="0" presStyleCnt="1">
        <dgm:presLayoutVars>
          <dgm:chPref val="3"/>
        </dgm:presLayoutVars>
      </dgm:prSet>
      <dgm:spPr/>
    </dgm:pt>
    <dgm:pt modelId="{B0B2404A-D7A4-4ED4-AD7A-27E500C1F519}" type="pres">
      <dgm:prSet presAssocID="{AB423A35-5F4F-4759-9F9E-6281EF56B8AD}" presName="rootConnector1" presStyleLbl="node1" presStyleIdx="0" presStyleCnt="0"/>
      <dgm:spPr/>
    </dgm:pt>
    <dgm:pt modelId="{5E141326-691F-4076-B7B0-40C4E2CD3759}" type="pres">
      <dgm:prSet presAssocID="{AB423A35-5F4F-4759-9F9E-6281EF56B8AD}" presName="hierChild2" presStyleCnt="0"/>
      <dgm:spPr/>
    </dgm:pt>
    <dgm:pt modelId="{21242D3A-870C-43CB-9163-1E0D1A41176A}" type="pres">
      <dgm:prSet presAssocID="{57F37D81-FB8B-4E7D-B8ED-C212612CD784}" presName="Name64" presStyleLbl="parChTrans1D2" presStyleIdx="0" presStyleCnt="4"/>
      <dgm:spPr/>
    </dgm:pt>
    <dgm:pt modelId="{38A2403F-817C-4A96-AB0A-6019058490A6}" type="pres">
      <dgm:prSet presAssocID="{4E297717-3309-4E2F-B520-774F3080BEEC}" presName="hierRoot2" presStyleCnt="0">
        <dgm:presLayoutVars>
          <dgm:hierBranch val="init"/>
        </dgm:presLayoutVars>
      </dgm:prSet>
      <dgm:spPr/>
    </dgm:pt>
    <dgm:pt modelId="{6F5ABB21-BCEC-4F65-A208-85EDB164EC96}" type="pres">
      <dgm:prSet presAssocID="{4E297717-3309-4E2F-B520-774F3080BEEC}" presName="rootComposite" presStyleCnt="0"/>
      <dgm:spPr/>
    </dgm:pt>
    <dgm:pt modelId="{476E54A8-A7C4-4571-8022-4619481875F5}" type="pres">
      <dgm:prSet presAssocID="{4E297717-3309-4E2F-B520-774F3080BEEC}" presName="rootText" presStyleLbl="node2" presStyleIdx="0" presStyleCnt="4">
        <dgm:presLayoutVars>
          <dgm:chPref val="3"/>
        </dgm:presLayoutVars>
      </dgm:prSet>
      <dgm:spPr/>
    </dgm:pt>
    <dgm:pt modelId="{DFCF07D4-2B97-4243-A202-FF95A83EF36C}" type="pres">
      <dgm:prSet presAssocID="{4E297717-3309-4E2F-B520-774F3080BEEC}" presName="rootConnector" presStyleLbl="node2" presStyleIdx="0" presStyleCnt="4"/>
      <dgm:spPr/>
    </dgm:pt>
    <dgm:pt modelId="{061418EC-D02E-4E2F-A190-55FDD753B705}" type="pres">
      <dgm:prSet presAssocID="{4E297717-3309-4E2F-B520-774F3080BEEC}" presName="hierChild4" presStyleCnt="0"/>
      <dgm:spPr/>
    </dgm:pt>
    <dgm:pt modelId="{E39FB94E-9DED-49AB-A303-F39D9700BD45}" type="pres">
      <dgm:prSet presAssocID="{4E297717-3309-4E2F-B520-774F3080BEEC}" presName="hierChild5" presStyleCnt="0"/>
      <dgm:spPr/>
    </dgm:pt>
    <dgm:pt modelId="{4E6AD415-C160-4C71-8225-27CF7DAB285E}" type="pres">
      <dgm:prSet presAssocID="{2B51F671-39C8-4D4F-A8BA-D7E9A5F4E6BC}" presName="Name64" presStyleLbl="parChTrans1D2" presStyleIdx="1" presStyleCnt="4"/>
      <dgm:spPr/>
    </dgm:pt>
    <dgm:pt modelId="{D9A8CFE4-8968-43D1-B8D0-EB416C462750}" type="pres">
      <dgm:prSet presAssocID="{FE748E7B-4F02-4962-BD6B-5A80B0C11727}" presName="hierRoot2" presStyleCnt="0">
        <dgm:presLayoutVars>
          <dgm:hierBranch val="init"/>
        </dgm:presLayoutVars>
      </dgm:prSet>
      <dgm:spPr/>
    </dgm:pt>
    <dgm:pt modelId="{997460B2-7908-461E-94B5-628FEE72273E}" type="pres">
      <dgm:prSet presAssocID="{FE748E7B-4F02-4962-BD6B-5A80B0C11727}" presName="rootComposite" presStyleCnt="0"/>
      <dgm:spPr/>
    </dgm:pt>
    <dgm:pt modelId="{2B367066-948F-4169-B380-D9A2EFC1EE05}" type="pres">
      <dgm:prSet presAssocID="{FE748E7B-4F02-4962-BD6B-5A80B0C11727}" presName="rootText" presStyleLbl="node2" presStyleIdx="1" presStyleCnt="4">
        <dgm:presLayoutVars>
          <dgm:chPref val="3"/>
        </dgm:presLayoutVars>
      </dgm:prSet>
      <dgm:spPr/>
    </dgm:pt>
    <dgm:pt modelId="{77D3B6A7-A991-4089-9FB2-7BB254863E31}" type="pres">
      <dgm:prSet presAssocID="{FE748E7B-4F02-4962-BD6B-5A80B0C11727}" presName="rootConnector" presStyleLbl="node2" presStyleIdx="1" presStyleCnt="4"/>
      <dgm:spPr/>
    </dgm:pt>
    <dgm:pt modelId="{9B601430-688D-48B8-8653-49DF8B72EDD3}" type="pres">
      <dgm:prSet presAssocID="{FE748E7B-4F02-4962-BD6B-5A80B0C11727}" presName="hierChild4" presStyleCnt="0"/>
      <dgm:spPr/>
    </dgm:pt>
    <dgm:pt modelId="{13E15516-6BD1-4317-8385-4007FA36F56A}" type="pres">
      <dgm:prSet presAssocID="{FE748E7B-4F02-4962-BD6B-5A80B0C11727}" presName="hierChild5" presStyleCnt="0"/>
      <dgm:spPr/>
    </dgm:pt>
    <dgm:pt modelId="{2729362C-2200-4CAE-849A-E69D7CE88F89}" type="pres">
      <dgm:prSet presAssocID="{AF642A66-AD10-4C94-B529-A555DF42C602}" presName="Name64" presStyleLbl="parChTrans1D2" presStyleIdx="2" presStyleCnt="4"/>
      <dgm:spPr/>
    </dgm:pt>
    <dgm:pt modelId="{1860B280-B14A-48E9-B92F-8CE94497A639}" type="pres">
      <dgm:prSet presAssocID="{115E1C23-C0CA-4E76-9110-D1A44F1E68FD}" presName="hierRoot2" presStyleCnt="0">
        <dgm:presLayoutVars>
          <dgm:hierBranch val="init"/>
        </dgm:presLayoutVars>
      </dgm:prSet>
      <dgm:spPr/>
    </dgm:pt>
    <dgm:pt modelId="{57679CDC-FCF0-4B80-A302-10ACB78B087B}" type="pres">
      <dgm:prSet presAssocID="{115E1C23-C0CA-4E76-9110-D1A44F1E68FD}" presName="rootComposite" presStyleCnt="0"/>
      <dgm:spPr/>
    </dgm:pt>
    <dgm:pt modelId="{226F4478-8BBC-4C04-BB19-DC754DB5A1B0}" type="pres">
      <dgm:prSet presAssocID="{115E1C23-C0CA-4E76-9110-D1A44F1E68FD}" presName="rootText" presStyleLbl="node2" presStyleIdx="2" presStyleCnt="4">
        <dgm:presLayoutVars>
          <dgm:chPref val="3"/>
        </dgm:presLayoutVars>
      </dgm:prSet>
      <dgm:spPr/>
    </dgm:pt>
    <dgm:pt modelId="{774B9614-9091-4AB5-AE82-AE11A4302213}" type="pres">
      <dgm:prSet presAssocID="{115E1C23-C0CA-4E76-9110-D1A44F1E68FD}" presName="rootConnector" presStyleLbl="node2" presStyleIdx="2" presStyleCnt="4"/>
      <dgm:spPr/>
    </dgm:pt>
    <dgm:pt modelId="{CF53B385-4B8D-4D40-ACA0-E56839251D7D}" type="pres">
      <dgm:prSet presAssocID="{115E1C23-C0CA-4E76-9110-D1A44F1E68FD}" presName="hierChild4" presStyleCnt="0"/>
      <dgm:spPr/>
    </dgm:pt>
    <dgm:pt modelId="{60D5E14D-701F-438D-B31A-ABDCC61E76BE}" type="pres">
      <dgm:prSet presAssocID="{115E1C23-C0CA-4E76-9110-D1A44F1E68FD}" presName="hierChild5" presStyleCnt="0"/>
      <dgm:spPr/>
    </dgm:pt>
    <dgm:pt modelId="{060386AD-5E4E-4D05-9E0F-9A176C8344DD}" type="pres">
      <dgm:prSet presAssocID="{3359A218-329D-4FA6-814B-149A74718BC2}" presName="Name64" presStyleLbl="parChTrans1D2" presStyleIdx="3" presStyleCnt="4"/>
      <dgm:spPr/>
    </dgm:pt>
    <dgm:pt modelId="{368D10EE-802B-488A-A37C-06B32A5204F9}" type="pres">
      <dgm:prSet presAssocID="{3DC21C44-FC65-461F-8414-02E624E5ED7E}" presName="hierRoot2" presStyleCnt="0">
        <dgm:presLayoutVars>
          <dgm:hierBranch val="init"/>
        </dgm:presLayoutVars>
      </dgm:prSet>
      <dgm:spPr/>
    </dgm:pt>
    <dgm:pt modelId="{E2CE945F-F8AF-4B2D-BD55-0486A64C9CBC}" type="pres">
      <dgm:prSet presAssocID="{3DC21C44-FC65-461F-8414-02E624E5ED7E}" presName="rootComposite" presStyleCnt="0"/>
      <dgm:spPr/>
    </dgm:pt>
    <dgm:pt modelId="{4699BEEA-6C86-4228-8112-8BD42F9DA2A0}" type="pres">
      <dgm:prSet presAssocID="{3DC21C44-FC65-461F-8414-02E624E5ED7E}" presName="rootText" presStyleLbl="node2" presStyleIdx="3" presStyleCnt="4">
        <dgm:presLayoutVars>
          <dgm:chPref val="3"/>
        </dgm:presLayoutVars>
      </dgm:prSet>
      <dgm:spPr/>
    </dgm:pt>
    <dgm:pt modelId="{CDC75FD1-C24B-4385-9B75-DAD54F474378}" type="pres">
      <dgm:prSet presAssocID="{3DC21C44-FC65-461F-8414-02E624E5ED7E}" presName="rootConnector" presStyleLbl="node2" presStyleIdx="3" presStyleCnt="4"/>
      <dgm:spPr/>
    </dgm:pt>
    <dgm:pt modelId="{CD930E1D-FFC9-4E08-82A6-FD60B22CE4BF}" type="pres">
      <dgm:prSet presAssocID="{3DC21C44-FC65-461F-8414-02E624E5ED7E}" presName="hierChild4" presStyleCnt="0"/>
      <dgm:spPr/>
    </dgm:pt>
    <dgm:pt modelId="{FA8DBB97-48FA-4D85-89C0-E43F010C3F65}" type="pres">
      <dgm:prSet presAssocID="{3DC21C44-FC65-461F-8414-02E624E5ED7E}" presName="hierChild5" presStyleCnt="0"/>
      <dgm:spPr/>
    </dgm:pt>
    <dgm:pt modelId="{0D768EA2-A798-439E-B765-51D969E92ADF}" type="pres">
      <dgm:prSet presAssocID="{AB423A35-5F4F-4759-9F9E-6281EF56B8AD}" presName="hierChild3" presStyleCnt="0"/>
      <dgm:spPr/>
    </dgm:pt>
  </dgm:ptLst>
  <dgm:cxnLst>
    <dgm:cxn modelId="{22569F08-169E-4262-BAAF-95BEA3A01639}" srcId="{229B66D5-19CE-43C6-BA87-B9590C8EA918}" destId="{AB423A35-5F4F-4759-9F9E-6281EF56B8AD}" srcOrd="0" destOrd="0" parTransId="{584E575D-45D4-41D3-95FF-B80F6C186BAE}" sibTransId="{9D7C6997-BAF4-4BF8-B59A-D3C718E3E8D5}"/>
    <dgm:cxn modelId="{79113219-41CD-4169-856F-433716E4CD0E}" srcId="{AB423A35-5F4F-4759-9F9E-6281EF56B8AD}" destId="{115E1C23-C0CA-4E76-9110-D1A44F1E68FD}" srcOrd="2" destOrd="0" parTransId="{AF642A66-AD10-4C94-B529-A555DF42C602}" sibTransId="{2762B341-7D9C-43D6-86D3-8D9E46424E7B}"/>
    <dgm:cxn modelId="{C0BA1940-BCE1-4EFB-8FFC-3547FE4E26F2}" type="presOf" srcId="{AB423A35-5F4F-4759-9F9E-6281EF56B8AD}" destId="{B0B2404A-D7A4-4ED4-AD7A-27E500C1F519}" srcOrd="1" destOrd="0" presId="urn:microsoft.com/office/officeart/2009/3/layout/HorizontalOrganizationChart"/>
    <dgm:cxn modelId="{579E9A40-398D-495E-89A3-52F42E33D968}" type="presOf" srcId="{AF642A66-AD10-4C94-B529-A555DF42C602}" destId="{2729362C-2200-4CAE-849A-E69D7CE88F89}" srcOrd="0" destOrd="0" presId="urn:microsoft.com/office/officeart/2009/3/layout/HorizontalOrganizationChart"/>
    <dgm:cxn modelId="{1FE4F456-418B-4678-ABB1-3BACBCA7CCDF}" type="presOf" srcId="{4E297717-3309-4E2F-B520-774F3080BEEC}" destId="{476E54A8-A7C4-4571-8022-4619481875F5}" srcOrd="0" destOrd="0" presId="urn:microsoft.com/office/officeart/2009/3/layout/HorizontalOrganizationChart"/>
    <dgm:cxn modelId="{47FC2563-5C76-44D4-BB1D-28C963455204}" srcId="{AB423A35-5F4F-4759-9F9E-6281EF56B8AD}" destId="{4E297717-3309-4E2F-B520-774F3080BEEC}" srcOrd="0" destOrd="0" parTransId="{57F37D81-FB8B-4E7D-B8ED-C212612CD784}" sibTransId="{833D6C29-B84A-4D01-A133-5366194016B3}"/>
    <dgm:cxn modelId="{BDD7BF93-B95E-471A-872E-28C5BB116EF4}" type="presOf" srcId="{229B66D5-19CE-43C6-BA87-B9590C8EA918}" destId="{89E1B151-A2B9-4758-A78E-BBAE94EEF763}" srcOrd="0" destOrd="0" presId="urn:microsoft.com/office/officeart/2009/3/layout/HorizontalOrganizationChart"/>
    <dgm:cxn modelId="{34C39CA2-B9BD-4F48-8FCE-22CC504FF3CF}" srcId="{AB423A35-5F4F-4759-9F9E-6281EF56B8AD}" destId="{3DC21C44-FC65-461F-8414-02E624E5ED7E}" srcOrd="3" destOrd="0" parTransId="{3359A218-329D-4FA6-814B-149A74718BC2}" sibTransId="{C8E4F0A5-B7BB-465B-BA94-16CC4AE3A11E}"/>
    <dgm:cxn modelId="{DB9EB3B4-BE05-426A-AF7D-1FD4816F08D7}" type="presOf" srcId="{FE748E7B-4F02-4962-BD6B-5A80B0C11727}" destId="{77D3B6A7-A991-4089-9FB2-7BB254863E31}" srcOrd="1" destOrd="0" presId="urn:microsoft.com/office/officeart/2009/3/layout/HorizontalOrganizationChart"/>
    <dgm:cxn modelId="{06C12EB6-66A5-4F19-8EC0-C58A8FE74988}" type="presOf" srcId="{3DC21C44-FC65-461F-8414-02E624E5ED7E}" destId="{4699BEEA-6C86-4228-8112-8BD42F9DA2A0}" srcOrd="0" destOrd="0" presId="urn:microsoft.com/office/officeart/2009/3/layout/HorizontalOrganizationChart"/>
    <dgm:cxn modelId="{153C79B6-EBCA-4679-B369-C95D9D9AC79E}" srcId="{AB423A35-5F4F-4759-9F9E-6281EF56B8AD}" destId="{FE748E7B-4F02-4962-BD6B-5A80B0C11727}" srcOrd="1" destOrd="0" parTransId="{2B51F671-39C8-4D4F-A8BA-D7E9A5F4E6BC}" sibTransId="{47BDDCF2-579C-4570-A46C-2DF29CBBDBF7}"/>
    <dgm:cxn modelId="{7EE0EEB8-E419-4AA2-9191-D12D9C81C709}" type="presOf" srcId="{115E1C23-C0CA-4E76-9110-D1A44F1E68FD}" destId="{774B9614-9091-4AB5-AE82-AE11A4302213}" srcOrd="1" destOrd="0" presId="urn:microsoft.com/office/officeart/2009/3/layout/HorizontalOrganizationChart"/>
    <dgm:cxn modelId="{6B50F9B8-6BDC-4C7F-A43E-1028924403D3}" type="presOf" srcId="{4E297717-3309-4E2F-B520-774F3080BEEC}" destId="{DFCF07D4-2B97-4243-A202-FF95A83EF36C}" srcOrd="1" destOrd="0" presId="urn:microsoft.com/office/officeart/2009/3/layout/HorizontalOrganizationChart"/>
    <dgm:cxn modelId="{684F8DBA-CDB4-42FE-8EBD-4AD61427C670}" type="presOf" srcId="{57F37D81-FB8B-4E7D-B8ED-C212612CD784}" destId="{21242D3A-870C-43CB-9163-1E0D1A41176A}" srcOrd="0" destOrd="0" presId="urn:microsoft.com/office/officeart/2009/3/layout/HorizontalOrganizationChart"/>
    <dgm:cxn modelId="{D205CDBE-3987-4F03-9EFB-8184E1BCF0AF}" type="presOf" srcId="{3359A218-329D-4FA6-814B-149A74718BC2}" destId="{060386AD-5E4E-4D05-9E0F-9A176C8344DD}" srcOrd="0" destOrd="0" presId="urn:microsoft.com/office/officeart/2009/3/layout/HorizontalOrganizationChart"/>
    <dgm:cxn modelId="{103D5CC2-5EE5-46A6-A6D4-0AFD173E9BF0}" type="presOf" srcId="{3DC21C44-FC65-461F-8414-02E624E5ED7E}" destId="{CDC75FD1-C24B-4385-9B75-DAD54F474378}" srcOrd="1" destOrd="0" presId="urn:microsoft.com/office/officeart/2009/3/layout/HorizontalOrganizationChart"/>
    <dgm:cxn modelId="{36CB58C9-BA97-4A55-AD36-0F762ACBB34E}" type="presOf" srcId="{FE748E7B-4F02-4962-BD6B-5A80B0C11727}" destId="{2B367066-948F-4169-B380-D9A2EFC1EE05}" srcOrd="0" destOrd="0" presId="urn:microsoft.com/office/officeart/2009/3/layout/HorizontalOrganizationChart"/>
    <dgm:cxn modelId="{5115CAE4-5015-4D49-81C8-F3F5671F2A77}" type="presOf" srcId="{2B51F671-39C8-4D4F-A8BA-D7E9A5F4E6BC}" destId="{4E6AD415-C160-4C71-8225-27CF7DAB285E}" srcOrd="0" destOrd="0" presId="urn:microsoft.com/office/officeart/2009/3/layout/HorizontalOrganizationChart"/>
    <dgm:cxn modelId="{1C62A6E6-7AE2-443B-A411-EEACFCF50897}" type="presOf" srcId="{AB423A35-5F4F-4759-9F9E-6281EF56B8AD}" destId="{71EB8232-600E-49A1-B4C2-DD6FBB57B2D3}" srcOrd="0" destOrd="0" presId="urn:microsoft.com/office/officeart/2009/3/layout/HorizontalOrganizationChart"/>
    <dgm:cxn modelId="{F81A48FD-03FE-4F94-9F13-7E8BDF9F8C33}" type="presOf" srcId="{115E1C23-C0CA-4E76-9110-D1A44F1E68FD}" destId="{226F4478-8BBC-4C04-BB19-DC754DB5A1B0}" srcOrd="0" destOrd="0" presId="urn:microsoft.com/office/officeart/2009/3/layout/HorizontalOrganizationChart"/>
    <dgm:cxn modelId="{A8A4F9DE-0FE8-4291-9BAD-C9C10C488416}" type="presParOf" srcId="{89E1B151-A2B9-4758-A78E-BBAE94EEF763}" destId="{E6A9811D-AFDC-4CA0-A1D3-4564F8E64127}" srcOrd="0" destOrd="0" presId="urn:microsoft.com/office/officeart/2009/3/layout/HorizontalOrganizationChart"/>
    <dgm:cxn modelId="{1FAA8ED9-CB44-4C63-84F5-82E97B9681E4}" type="presParOf" srcId="{E6A9811D-AFDC-4CA0-A1D3-4564F8E64127}" destId="{208F4940-14FA-4BDD-826B-F92EB3527669}" srcOrd="0" destOrd="0" presId="urn:microsoft.com/office/officeart/2009/3/layout/HorizontalOrganizationChart"/>
    <dgm:cxn modelId="{E8A8B8FC-70A9-4BCB-BD5A-E8B97AC81A2D}" type="presParOf" srcId="{208F4940-14FA-4BDD-826B-F92EB3527669}" destId="{71EB8232-600E-49A1-B4C2-DD6FBB57B2D3}" srcOrd="0" destOrd="0" presId="urn:microsoft.com/office/officeart/2009/3/layout/HorizontalOrganizationChart"/>
    <dgm:cxn modelId="{0BDE48DB-F6B6-4A99-AAAB-F47C57C78459}" type="presParOf" srcId="{208F4940-14FA-4BDD-826B-F92EB3527669}" destId="{B0B2404A-D7A4-4ED4-AD7A-27E500C1F519}" srcOrd="1" destOrd="0" presId="urn:microsoft.com/office/officeart/2009/3/layout/HorizontalOrganizationChart"/>
    <dgm:cxn modelId="{A3C43D91-95E5-465C-BB32-962DD8EBEE0A}" type="presParOf" srcId="{E6A9811D-AFDC-4CA0-A1D3-4564F8E64127}" destId="{5E141326-691F-4076-B7B0-40C4E2CD3759}" srcOrd="1" destOrd="0" presId="urn:microsoft.com/office/officeart/2009/3/layout/HorizontalOrganizationChart"/>
    <dgm:cxn modelId="{A630710F-F5C8-4A5C-9AFE-813DDF9A1C3D}" type="presParOf" srcId="{5E141326-691F-4076-B7B0-40C4E2CD3759}" destId="{21242D3A-870C-43CB-9163-1E0D1A41176A}" srcOrd="0" destOrd="0" presId="urn:microsoft.com/office/officeart/2009/3/layout/HorizontalOrganizationChart"/>
    <dgm:cxn modelId="{B29A738C-67A6-4223-8E80-078459D37476}" type="presParOf" srcId="{5E141326-691F-4076-B7B0-40C4E2CD3759}" destId="{38A2403F-817C-4A96-AB0A-6019058490A6}" srcOrd="1" destOrd="0" presId="urn:microsoft.com/office/officeart/2009/3/layout/HorizontalOrganizationChart"/>
    <dgm:cxn modelId="{57B8335F-8648-4015-A770-65E06FC4200B}" type="presParOf" srcId="{38A2403F-817C-4A96-AB0A-6019058490A6}" destId="{6F5ABB21-BCEC-4F65-A208-85EDB164EC96}" srcOrd="0" destOrd="0" presId="urn:microsoft.com/office/officeart/2009/3/layout/HorizontalOrganizationChart"/>
    <dgm:cxn modelId="{6D7415B1-E79E-48ED-9F54-52CDE677730C}" type="presParOf" srcId="{6F5ABB21-BCEC-4F65-A208-85EDB164EC96}" destId="{476E54A8-A7C4-4571-8022-4619481875F5}" srcOrd="0" destOrd="0" presId="urn:microsoft.com/office/officeart/2009/3/layout/HorizontalOrganizationChart"/>
    <dgm:cxn modelId="{FA04F00B-5F62-453F-AAD1-973912070A01}" type="presParOf" srcId="{6F5ABB21-BCEC-4F65-A208-85EDB164EC96}" destId="{DFCF07D4-2B97-4243-A202-FF95A83EF36C}" srcOrd="1" destOrd="0" presId="urn:microsoft.com/office/officeart/2009/3/layout/HorizontalOrganizationChart"/>
    <dgm:cxn modelId="{1929776A-9A99-4C13-BDF2-A829131B0A6B}" type="presParOf" srcId="{38A2403F-817C-4A96-AB0A-6019058490A6}" destId="{061418EC-D02E-4E2F-A190-55FDD753B705}" srcOrd="1" destOrd="0" presId="urn:microsoft.com/office/officeart/2009/3/layout/HorizontalOrganizationChart"/>
    <dgm:cxn modelId="{970E3BC8-1C42-49E3-B9E9-EBD36AE29534}" type="presParOf" srcId="{38A2403F-817C-4A96-AB0A-6019058490A6}" destId="{E39FB94E-9DED-49AB-A303-F39D9700BD45}" srcOrd="2" destOrd="0" presId="urn:microsoft.com/office/officeart/2009/3/layout/HorizontalOrganizationChart"/>
    <dgm:cxn modelId="{10307A96-A48B-4944-AEE1-DF1BE7BC14D9}" type="presParOf" srcId="{5E141326-691F-4076-B7B0-40C4E2CD3759}" destId="{4E6AD415-C160-4C71-8225-27CF7DAB285E}" srcOrd="2" destOrd="0" presId="urn:microsoft.com/office/officeart/2009/3/layout/HorizontalOrganizationChart"/>
    <dgm:cxn modelId="{D12EB853-21AF-4FAC-9205-50744623DE05}" type="presParOf" srcId="{5E141326-691F-4076-B7B0-40C4E2CD3759}" destId="{D9A8CFE4-8968-43D1-B8D0-EB416C462750}" srcOrd="3" destOrd="0" presId="urn:microsoft.com/office/officeart/2009/3/layout/HorizontalOrganizationChart"/>
    <dgm:cxn modelId="{B09D4FBC-DAF4-407E-95DA-65B1E014683B}" type="presParOf" srcId="{D9A8CFE4-8968-43D1-B8D0-EB416C462750}" destId="{997460B2-7908-461E-94B5-628FEE72273E}" srcOrd="0" destOrd="0" presId="urn:microsoft.com/office/officeart/2009/3/layout/HorizontalOrganizationChart"/>
    <dgm:cxn modelId="{A0721203-030F-435A-A363-A4B620B56074}" type="presParOf" srcId="{997460B2-7908-461E-94B5-628FEE72273E}" destId="{2B367066-948F-4169-B380-D9A2EFC1EE05}" srcOrd="0" destOrd="0" presId="urn:microsoft.com/office/officeart/2009/3/layout/HorizontalOrganizationChart"/>
    <dgm:cxn modelId="{B0EB001E-9F0A-4B48-BB3A-4FCD088A86D1}" type="presParOf" srcId="{997460B2-7908-461E-94B5-628FEE72273E}" destId="{77D3B6A7-A991-4089-9FB2-7BB254863E31}" srcOrd="1" destOrd="0" presId="urn:microsoft.com/office/officeart/2009/3/layout/HorizontalOrganizationChart"/>
    <dgm:cxn modelId="{CA67B587-51F4-44EE-9B74-2202FDB5ADDD}" type="presParOf" srcId="{D9A8CFE4-8968-43D1-B8D0-EB416C462750}" destId="{9B601430-688D-48B8-8653-49DF8B72EDD3}" srcOrd="1" destOrd="0" presId="urn:microsoft.com/office/officeart/2009/3/layout/HorizontalOrganizationChart"/>
    <dgm:cxn modelId="{B92C8FDB-4942-4D12-8AF3-9C407FDC0658}" type="presParOf" srcId="{D9A8CFE4-8968-43D1-B8D0-EB416C462750}" destId="{13E15516-6BD1-4317-8385-4007FA36F56A}" srcOrd="2" destOrd="0" presId="urn:microsoft.com/office/officeart/2009/3/layout/HorizontalOrganizationChart"/>
    <dgm:cxn modelId="{B7063B28-61E6-4CF1-B82E-B24721688199}" type="presParOf" srcId="{5E141326-691F-4076-B7B0-40C4E2CD3759}" destId="{2729362C-2200-4CAE-849A-E69D7CE88F89}" srcOrd="4" destOrd="0" presId="urn:microsoft.com/office/officeart/2009/3/layout/HorizontalOrganizationChart"/>
    <dgm:cxn modelId="{01A5577A-4252-4A4C-8B57-31915374EC64}" type="presParOf" srcId="{5E141326-691F-4076-B7B0-40C4E2CD3759}" destId="{1860B280-B14A-48E9-B92F-8CE94497A639}" srcOrd="5" destOrd="0" presId="urn:microsoft.com/office/officeart/2009/3/layout/HorizontalOrganizationChart"/>
    <dgm:cxn modelId="{1F1319EF-4F45-43A8-907E-EC37A03C0FAC}" type="presParOf" srcId="{1860B280-B14A-48E9-B92F-8CE94497A639}" destId="{57679CDC-FCF0-4B80-A302-10ACB78B087B}" srcOrd="0" destOrd="0" presId="urn:microsoft.com/office/officeart/2009/3/layout/HorizontalOrganizationChart"/>
    <dgm:cxn modelId="{D37E22A3-EB7D-4A1A-8F53-B79F54D5B564}" type="presParOf" srcId="{57679CDC-FCF0-4B80-A302-10ACB78B087B}" destId="{226F4478-8BBC-4C04-BB19-DC754DB5A1B0}" srcOrd="0" destOrd="0" presId="urn:microsoft.com/office/officeart/2009/3/layout/HorizontalOrganizationChart"/>
    <dgm:cxn modelId="{3007871A-71EF-47C6-ABE4-7244D5B9AD68}" type="presParOf" srcId="{57679CDC-FCF0-4B80-A302-10ACB78B087B}" destId="{774B9614-9091-4AB5-AE82-AE11A4302213}" srcOrd="1" destOrd="0" presId="urn:microsoft.com/office/officeart/2009/3/layout/HorizontalOrganizationChart"/>
    <dgm:cxn modelId="{6C689889-92E8-4A61-9B90-752818D1FDC4}" type="presParOf" srcId="{1860B280-B14A-48E9-B92F-8CE94497A639}" destId="{CF53B385-4B8D-4D40-ACA0-E56839251D7D}" srcOrd="1" destOrd="0" presId="urn:microsoft.com/office/officeart/2009/3/layout/HorizontalOrganizationChart"/>
    <dgm:cxn modelId="{14072334-B084-410D-9463-552154FE15D6}" type="presParOf" srcId="{1860B280-B14A-48E9-B92F-8CE94497A639}" destId="{60D5E14D-701F-438D-B31A-ABDCC61E76BE}" srcOrd="2" destOrd="0" presId="urn:microsoft.com/office/officeart/2009/3/layout/HorizontalOrganizationChart"/>
    <dgm:cxn modelId="{585A77CB-86AB-4EA0-BCF8-6B3CDE1CC4E4}" type="presParOf" srcId="{5E141326-691F-4076-B7B0-40C4E2CD3759}" destId="{060386AD-5E4E-4D05-9E0F-9A176C8344DD}" srcOrd="6" destOrd="0" presId="urn:microsoft.com/office/officeart/2009/3/layout/HorizontalOrganizationChart"/>
    <dgm:cxn modelId="{54C28209-16C5-4BA3-8483-8E7675EC880D}" type="presParOf" srcId="{5E141326-691F-4076-B7B0-40C4E2CD3759}" destId="{368D10EE-802B-488A-A37C-06B32A5204F9}" srcOrd="7" destOrd="0" presId="urn:microsoft.com/office/officeart/2009/3/layout/HorizontalOrganizationChart"/>
    <dgm:cxn modelId="{8EEA97A9-D500-4046-9488-5E07F9E6622E}" type="presParOf" srcId="{368D10EE-802B-488A-A37C-06B32A5204F9}" destId="{E2CE945F-F8AF-4B2D-BD55-0486A64C9CBC}" srcOrd="0" destOrd="0" presId="urn:microsoft.com/office/officeart/2009/3/layout/HorizontalOrganizationChart"/>
    <dgm:cxn modelId="{8F67F88F-F43F-4349-99C8-5CC24121EE83}" type="presParOf" srcId="{E2CE945F-F8AF-4B2D-BD55-0486A64C9CBC}" destId="{4699BEEA-6C86-4228-8112-8BD42F9DA2A0}" srcOrd="0" destOrd="0" presId="urn:microsoft.com/office/officeart/2009/3/layout/HorizontalOrganizationChart"/>
    <dgm:cxn modelId="{545BEAAC-E55B-4CB0-AC4F-2CBD092344A3}" type="presParOf" srcId="{E2CE945F-F8AF-4B2D-BD55-0486A64C9CBC}" destId="{CDC75FD1-C24B-4385-9B75-DAD54F474378}" srcOrd="1" destOrd="0" presId="urn:microsoft.com/office/officeart/2009/3/layout/HorizontalOrganizationChart"/>
    <dgm:cxn modelId="{3617D224-0B2A-4BB7-B01D-785AFAD216F8}" type="presParOf" srcId="{368D10EE-802B-488A-A37C-06B32A5204F9}" destId="{CD930E1D-FFC9-4E08-82A6-FD60B22CE4BF}" srcOrd="1" destOrd="0" presId="urn:microsoft.com/office/officeart/2009/3/layout/HorizontalOrganizationChart"/>
    <dgm:cxn modelId="{2FF48398-5944-44D1-9E62-36640F2B256F}" type="presParOf" srcId="{368D10EE-802B-488A-A37C-06B32A5204F9}" destId="{FA8DBB97-48FA-4D85-89C0-E43F010C3F65}" srcOrd="2" destOrd="0" presId="urn:microsoft.com/office/officeart/2009/3/layout/HorizontalOrganizationChart"/>
    <dgm:cxn modelId="{E40C8739-7F3E-44C2-A534-F392ABF30306}" type="presParOf" srcId="{E6A9811D-AFDC-4CA0-A1D3-4564F8E64127}" destId="{0D768EA2-A798-439E-B765-51D969E92ADF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0386AD-5E4E-4D05-9E0F-9A176C8344DD}">
      <dsp:nvSpPr>
        <dsp:cNvPr id="0" name=""/>
        <dsp:cNvSpPr/>
      </dsp:nvSpPr>
      <dsp:spPr>
        <a:xfrm>
          <a:off x="5747258" y="3394472"/>
          <a:ext cx="849883" cy="27408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24941" y="0"/>
              </a:lnTo>
              <a:lnTo>
                <a:pt x="424941" y="2740872"/>
              </a:lnTo>
              <a:lnTo>
                <a:pt x="849883" y="2740872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29362C-2200-4CAE-849A-E69D7CE88F89}">
      <dsp:nvSpPr>
        <dsp:cNvPr id="0" name=""/>
        <dsp:cNvSpPr/>
      </dsp:nvSpPr>
      <dsp:spPr>
        <a:xfrm>
          <a:off x="5747258" y="3394472"/>
          <a:ext cx="849883" cy="9136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24941" y="0"/>
              </a:lnTo>
              <a:lnTo>
                <a:pt x="424941" y="913624"/>
              </a:lnTo>
              <a:lnTo>
                <a:pt x="849883" y="913624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6AD415-C160-4C71-8225-27CF7DAB285E}">
      <dsp:nvSpPr>
        <dsp:cNvPr id="0" name=""/>
        <dsp:cNvSpPr/>
      </dsp:nvSpPr>
      <dsp:spPr>
        <a:xfrm>
          <a:off x="5747258" y="2480848"/>
          <a:ext cx="849883" cy="913624"/>
        </a:xfrm>
        <a:custGeom>
          <a:avLst/>
          <a:gdLst/>
          <a:ahLst/>
          <a:cxnLst/>
          <a:rect l="0" t="0" r="0" b="0"/>
          <a:pathLst>
            <a:path>
              <a:moveTo>
                <a:pt x="0" y="913624"/>
              </a:moveTo>
              <a:lnTo>
                <a:pt x="424941" y="913624"/>
              </a:lnTo>
              <a:lnTo>
                <a:pt x="424941" y="0"/>
              </a:lnTo>
              <a:lnTo>
                <a:pt x="849883" y="0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242D3A-870C-43CB-9163-1E0D1A41176A}">
      <dsp:nvSpPr>
        <dsp:cNvPr id="0" name=""/>
        <dsp:cNvSpPr/>
      </dsp:nvSpPr>
      <dsp:spPr>
        <a:xfrm>
          <a:off x="5747258" y="653599"/>
          <a:ext cx="849883" cy="2740872"/>
        </a:xfrm>
        <a:custGeom>
          <a:avLst/>
          <a:gdLst/>
          <a:ahLst/>
          <a:cxnLst/>
          <a:rect l="0" t="0" r="0" b="0"/>
          <a:pathLst>
            <a:path>
              <a:moveTo>
                <a:pt x="0" y="2740872"/>
              </a:moveTo>
              <a:lnTo>
                <a:pt x="424941" y="2740872"/>
              </a:lnTo>
              <a:lnTo>
                <a:pt x="424941" y="0"/>
              </a:lnTo>
              <a:lnTo>
                <a:pt x="849883" y="0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EB8232-600E-49A1-B4C2-DD6FBB57B2D3}">
      <dsp:nvSpPr>
        <dsp:cNvPr id="0" name=""/>
        <dsp:cNvSpPr/>
      </dsp:nvSpPr>
      <dsp:spPr>
        <a:xfrm>
          <a:off x="1497843" y="2746436"/>
          <a:ext cx="4249415" cy="1296071"/>
        </a:xfrm>
        <a:prstGeom prst="rect">
          <a:avLst/>
        </a:prstGeom>
        <a:solidFill>
          <a:srgbClr val="92D05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altLang="zh-TW" sz="6000" b="1" kern="12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test1</a:t>
          </a:r>
          <a:endParaRPr lang="zh-TW" altLang="en-US" sz="6000" b="1" kern="1200" dirty="0">
            <a:solidFill>
              <a:schemeClr val="tx1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1497843" y="2746436"/>
        <a:ext cx="4249415" cy="1296071"/>
      </dsp:txXfrm>
    </dsp:sp>
    <dsp:sp modelId="{476E54A8-A7C4-4571-8022-4619481875F5}">
      <dsp:nvSpPr>
        <dsp:cNvPr id="0" name=""/>
        <dsp:cNvSpPr/>
      </dsp:nvSpPr>
      <dsp:spPr>
        <a:xfrm>
          <a:off x="6597141" y="5564"/>
          <a:ext cx="4249415" cy="1296071"/>
        </a:xfrm>
        <a:prstGeom prst="rect">
          <a:avLst/>
        </a:prstGeom>
        <a:solidFill>
          <a:srgbClr val="92D05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altLang="zh-TW" sz="6000" b="1" kern="12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test2</a:t>
          </a:r>
          <a:endParaRPr lang="zh-TW" altLang="en-US" sz="6000" b="1" kern="1200" dirty="0">
            <a:solidFill>
              <a:schemeClr val="tx1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6597141" y="5564"/>
        <a:ext cx="4249415" cy="1296071"/>
      </dsp:txXfrm>
    </dsp:sp>
    <dsp:sp modelId="{2B367066-948F-4169-B380-D9A2EFC1EE05}">
      <dsp:nvSpPr>
        <dsp:cNvPr id="0" name=""/>
        <dsp:cNvSpPr/>
      </dsp:nvSpPr>
      <dsp:spPr>
        <a:xfrm>
          <a:off x="6597141" y="1832812"/>
          <a:ext cx="4249415" cy="1296071"/>
        </a:xfrm>
        <a:prstGeom prst="rect">
          <a:avLst/>
        </a:prstGeom>
        <a:solidFill>
          <a:srgbClr val="92D05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altLang="zh-TW" sz="6000" b="1" kern="12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test3</a:t>
          </a:r>
          <a:endParaRPr lang="zh-TW" altLang="en-US" sz="6000" b="1" kern="1200" dirty="0">
            <a:solidFill>
              <a:schemeClr val="tx1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6597141" y="1832812"/>
        <a:ext cx="4249415" cy="1296071"/>
      </dsp:txXfrm>
    </dsp:sp>
    <dsp:sp modelId="{226F4478-8BBC-4C04-BB19-DC754DB5A1B0}">
      <dsp:nvSpPr>
        <dsp:cNvPr id="0" name=""/>
        <dsp:cNvSpPr/>
      </dsp:nvSpPr>
      <dsp:spPr>
        <a:xfrm>
          <a:off x="6597141" y="3660060"/>
          <a:ext cx="4249415" cy="1296071"/>
        </a:xfrm>
        <a:prstGeom prst="rect">
          <a:avLst/>
        </a:prstGeom>
        <a:solidFill>
          <a:srgbClr val="92D05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altLang="zh-TW" sz="6000" b="1" kern="12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test4</a:t>
          </a:r>
          <a:endParaRPr lang="zh-TW" altLang="en-US" sz="6000" b="1" kern="1200" dirty="0">
            <a:solidFill>
              <a:schemeClr val="tx1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6597141" y="3660060"/>
        <a:ext cx="4249415" cy="1296071"/>
      </dsp:txXfrm>
    </dsp:sp>
    <dsp:sp modelId="{4699BEEA-6C86-4228-8112-8BD42F9DA2A0}">
      <dsp:nvSpPr>
        <dsp:cNvPr id="0" name=""/>
        <dsp:cNvSpPr/>
      </dsp:nvSpPr>
      <dsp:spPr>
        <a:xfrm>
          <a:off x="6597141" y="5487309"/>
          <a:ext cx="4249415" cy="1296071"/>
        </a:xfrm>
        <a:prstGeom prst="rect">
          <a:avLst/>
        </a:prstGeom>
        <a:solidFill>
          <a:srgbClr val="92D05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altLang="zh-TW" sz="6000" b="1" kern="12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test5</a:t>
          </a:r>
          <a:endParaRPr lang="zh-TW" altLang="en-US" sz="6000" b="1" kern="1200" dirty="0">
            <a:solidFill>
              <a:schemeClr val="tx1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6597141" y="5487309"/>
        <a:ext cx="4249415" cy="12960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altLang="zh-TW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3820" y="3771901"/>
            <a:ext cx="13373099" cy="3394172"/>
          </a:xfrm>
        </p:spPr>
        <p:txBody>
          <a:bodyPr anchor="b">
            <a:normAutofit/>
          </a:bodyPr>
          <a:lstStyle>
            <a:lvl1pPr>
              <a:defRPr sz="81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83820" y="7166069"/>
            <a:ext cx="13373099" cy="1689425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6485716"/>
            <a:ext cx="2616978" cy="1167884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719" y="6794311"/>
            <a:ext cx="1169651" cy="547688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‹Nº›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762927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88" y="936165"/>
            <a:ext cx="13367531" cy="192133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3818" y="3200400"/>
            <a:ext cx="13373100" cy="566643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6283" y="10715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‹Nº›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190976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819" y="3088125"/>
            <a:ext cx="13373099" cy="2203200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3819" y="5295194"/>
            <a:ext cx="13373099" cy="1290600"/>
          </a:xfrm>
        </p:spPr>
        <p:txBody>
          <a:bodyPr anchor="t"/>
          <a:lstStyle>
            <a:lvl1pPr marL="0" indent="0" algn="l">
              <a:buNone/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6283" y="47672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719" y="4866209"/>
            <a:ext cx="1169651" cy="547688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‹Nº›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625061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83818" y="3200400"/>
            <a:ext cx="6470796" cy="5666433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86121" y="3189333"/>
            <a:ext cx="6470796" cy="5666433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6283" y="10715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719" y="1181674"/>
            <a:ext cx="1169651" cy="547688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‹Nº›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207484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9060" y="2959055"/>
            <a:ext cx="5989098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83819" y="3823449"/>
            <a:ext cx="6514340" cy="503109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259944" y="2954213"/>
            <a:ext cx="5998502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750436" y="3818607"/>
            <a:ext cx="6508011" cy="503109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6283" y="10715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719" y="1181674"/>
            <a:ext cx="1169651" cy="547688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‹Nº›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362353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6283" y="10715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‹Nº›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024408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6283" y="10715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‹Nº›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273492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819" y="669132"/>
            <a:ext cx="5257799" cy="1464468"/>
          </a:xfrm>
        </p:spPr>
        <p:txBody>
          <a:bodyPr anchor="b"/>
          <a:lstStyle>
            <a:lvl1pPr algn="l">
              <a:defRPr sz="3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84518" y="669133"/>
            <a:ext cx="7772400" cy="8122445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83819" y="2397920"/>
            <a:ext cx="5257799" cy="6393654"/>
          </a:xfrm>
        </p:spPr>
        <p:txBody>
          <a:bodyPr/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6283" y="10715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‹Nº›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675626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820" y="7200900"/>
            <a:ext cx="13373100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3818" y="952448"/>
            <a:ext cx="13373100" cy="578245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83820" y="8051007"/>
            <a:ext cx="13373100" cy="74056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6283" y="7367588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719" y="7474631"/>
            <a:ext cx="1169651" cy="547688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‹Nº›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964434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819" y="914400"/>
            <a:ext cx="13373099" cy="4675560"/>
          </a:xfrm>
        </p:spPr>
        <p:txBody>
          <a:bodyPr anchor="ctr">
            <a:normAutofit/>
          </a:bodyPr>
          <a:lstStyle>
            <a:lvl1pPr algn="l">
              <a:defRPr sz="7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3819" y="6531069"/>
            <a:ext cx="13373099" cy="2333796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6283" y="47672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719" y="4866209"/>
            <a:ext cx="1169651" cy="547688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‹Nº›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3023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4924" y="914400"/>
            <a:ext cx="12590889" cy="4343400"/>
          </a:xfrm>
        </p:spPr>
        <p:txBody>
          <a:bodyPr anchor="ctr">
            <a:normAutofit/>
          </a:bodyPr>
          <a:lstStyle>
            <a:lvl1pPr algn="l">
              <a:defRPr sz="7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12518" y="5257800"/>
            <a:ext cx="11304831" cy="571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3819" y="6531069"/>
            <a:ext cx="13373099" cy="2333796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6283" y="47672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719" y="4866209"/>
            <a:ext cx="1169651" cy="547688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‹Nº›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701478" y="972008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72278" y="4357959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140930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820" y="3657601"/>
            <a:ext cx="13373100" cy="4087268"/>
          </a:xfrm>
        </p:spPr>
        <p:txBody>
          <a:bodyPr anchor="b">
            <a:normAutofit/>
          </a:bodyPr>
          <a:lstStyle>
            <a:lvl1pPr algn="l">
              <a:defRPr sz="7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83820" y="7772400"/>
            <a:ext cx="13373100" cy="10944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6283" y="7367588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719" y="7474631"/>
            <a:ext cx="1169651" cy="547688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‹Nº›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27509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274924" y="914400"/>
            <a:ext cx="12590889" cy="4343400"/>
          </a:xfrm>
        </p:spPr>
        <p:txBody>
          <a:bodyPr anchor="ctr">
            <a:normAutofit/>
          </a:bodyPr>
          <a:lstStyle>
            <a:lvl1pPr algn="l">
              <a:defRPr sz="7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883818" y="6515100"/>
            <a:ext cx="13373100" cy="12573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83820" y="7772400"/>
            <a:ext cx="13373100" cy="10944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6283" y="7367588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719" y="7474631"/>
            <a:ext cx="1169651" cy="547688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‹Nº›</a:t>
            </a:fld>
            <a:endParaRPr lang="zh-TW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3701478" y="972008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72278" y="4357959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9255185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819" y="941111"/>
            <a:ext cx="13373099" cy="4320030"/>
          </a:xfrm>
        </p:spPr>
        <p:txBody>
          <a:bodyPr anchor="ctr">
            <a:normAutofit/>
          </a:bodyPr>
          <a:lstStyle>
            <a:lvl1pPr algn="l">
              <a:defRPr sz="7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883818" y="6515100"/>
            <a:ext cx="13373100" cy="12573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83820" y="7772400"/>
            <a:ext cx="13373100" cy="10944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6283" y="7367588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719" y="7474631"/>
            <a:ext cx="1169651" cy="547688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‹Nº›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332068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6283" y="10715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‹Nº›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772026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942219" y="941108"/>
            <a:ext cx="3311402" cy="7925726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83818" y="941108"/>
            <a:ext cx="9715500" cy="7925726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6283" y="10715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‹Nº›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519474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2" y="342900"/>
            <a:ext cx="4277274" cy="9957942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40832" y="-1179"/>
            <a:ext cx="3535011" cy="1028105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274320" cy="10287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89387" y="936165"/>
            <a:ext cx="13367531" cy="19213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3818" y="3200400"/>
            <a:ext cx="13373100" cy="5829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42419" y="9195656"/>
            <a:ext cx="1719425" cy="5555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83819" y="9203713"/>
            <a:ext cx="1142999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97719" y="1181674"/>
            <a:ext cx="1169651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0">
                <a:solidFill>
                  <a:srgbClr val="FE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‹Nº›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3333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zh-TW" b="1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Title</a:t>
            </a:r>
            <a:r>
              <a:rPr lang="es-E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 test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3000745"/>
              </p:ext>
            </p:extLst>
          </p:nvPr>
        </p:nvGraphicFramePr>
        <p:xfrm>
          <a:off x="2971800" y="2400301"/>
          <a:ext cx="12344400" cy="67889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4057199"/>
      </p:ext>
    </p:extLst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絲縷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絲縷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絲縷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180</TotalTime>
  <Words>7</Words>
  <Application>Microsoft Macintosh PowerPoint</Application>
  <PresentationFormat>Personalizado</PresentationFormat>
  <Paragraphs>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標楷體</vt:lpstr>
      <vt:lpstr>Arial</vt:lpstr>
      <vt:lpstr>Calibri</vt:lpstr>
      <vt:lpstr>Century Gothic</vt:lpstr>
      <vt:lpstr>Wingdings 3</vt:lpstr>
      <vt:lpstr>絲縷</vt:lpstr>
      <vt:lpstr>Title test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林郁珊</dc:creator>
  <cp:lastModifiedBy>Francisco Lopez</cp:lastModifiedBy>
  <cp:revision>14</cp:revision>
  <dcterms:created xsi:type="dcterms:W3CDTF">2020-10-06T16:45:00Z</dcterms:created>
  <dcterms:modified xsi:type="dcterms:W3CDTF">2025-01-07T22:29:40Z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1028-10.8.0.6003</vt:lpwstr>
  </property>
</Properties>
</file>